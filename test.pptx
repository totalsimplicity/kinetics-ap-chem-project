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a9976b2349d051d4aa1e95f8aa00862444c1b8251631dddb809006349467f6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ede4b7a9d0c97a91991f996f100ca996da0c19a860668ec021d03a55e6c01d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75c4a1c21398b4b9f3dffd31af05541ad2bda5195c04165d86a186d21e4410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0db4af32f4e7ecfd3c8c759b8472889edfd8b01e6abd5f4e6642fbd85d207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81c5db3f8f6089b13ad6a8cd6485f4f088d311f2d679d9053f7e1a81f323ef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de1bbad2aff26585eb987349be79ad6faf82c621650dc91be0c84109cd2e32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e3dc0d11c64efc6c8d8753008e28a9f9021baf84fc1aa02966be7c22b176ee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48e71b342f120df0f0e1b43ce0249e06fba31ae9eb07612c8a08347bbd36a1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785b4ce36a341187b9ff437c3cf0c763db717ad254c0f9679aa5bc3eccf7d4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b99ca0c78bbb617afd4ecc6750cde1c34e8bb4b049a7153665e610f8144425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a132cff117bab9ad00720716a4707a99134cb920ad8c5fb948843bc13af1a5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2b209e53e7ae80d1934a4f7055e4501e79e162b44b1deba9f97fc405ee9905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